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-1-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2B45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4206240" cy="4206240"/>
          </a:xfrm>
          <a:prstGeom prst="ellipse">
            <a:avLst/>
          </a:prstGeom>
          <a:solidFill>
            <a:srgbClr val="1B4F9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263640"/>
            <a:ext cx="12188952" cy="18288"/>
          </a:xfrm>
          <a:prstGeom prst="rect">
            <a:avLst/>
          </a:prstGeom>
          <a:solidFill>
            <a:srgbClr val="223752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640080"/>
            <a:ext cx="822960" cy="822960"/>
          </a:xfrm>
          <a:prstGeom prst="ellipse">
            <a:avLst/>
          </a:prstGeom>
          <a:solidFill>
            <a:srgbClr val="1B4F91"/>
          </a:solidFill>
          <a:ln/>
        </p:spPr>
      </p:sp>
      <p:pic>
        <p:nvPicPr>
          <p:cNvPr id="6" name="Image 0" descr="icon_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785" y="74706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96596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" y="23317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Developer Intern</a:t>
            </a:r>
            <a:endParaRPr lang="en-US" sz="4800" dirty="0"/>
          </a:p>
        </p:txBody>
      </p:sp>
      <p:sp>
        <p:nvSpPr>
          <p:cNvPr id="9" name="Shape 6"/>
          <p:cNvSpPr/>
          <p:nvPr/>
        </p:nvSpPr>
        <p:spPr>
          <a:xfrm>
            <a:off x="658368" y="3703320"/>
            <a:ext cx="2011680" cy="41148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9776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MD ARIF HUSSAIN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4008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40080" y="5074920"/>
            <a:ext cx="4297680" cy="502920"/>
          </a:xfrm>
          <a:prstGeom prst="roundRect">
            <a:avLst>
              <a:gd name="adj" fmla="val 21818"/>
            </a:avLst>
          </a:prstGeom>
          <a:solidFill>
            <a:srgbClr val="142B45"/>
          </a:solidFill>
          <a:ln w="12700">
            <a:solidFill>
              <a:srgbClr val="2A436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507492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July 2026  –  02 September 2026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&amp; ICAC Approved Internship Program</a:t>
            </a:r>
            <a:endParaRPr lang="en-US" sz="1100" dirty="0"/>
          </a:p>
        </p:txBody>
      </p:sp>
      <p:sp>
        <p:nvSpPr>
          <p:cNvPr id="15" name="Logo Backing"/>
          <p:cNvSpPr/>
          <p:nvPr/>
        </p:nvSpPr>
        <p:spPr>
          <a:xfrm>
            <a:off x="10454640" y="32004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pic>
        <p:nvPicPr>
          <p:cNvPr id="16" name="IILM Logo" descr="IILM University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6080" y="41148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Internship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industry-aligned internship undertaken with Codec Technologies Pvt. Ltd., designed to build practical Python development capability under an AICTE &amp; ICAC approved framework.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542032" cy="310896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45336" y="2971800"/>
            <a:ext cx="731520" cy="731520"/>
          </a:xfrm>
          <a:prstGeom prst="ellipse">
            <a:avLst/>
          </a:prstGeom>
          <a:solidFill>
            <a:srgbClr val="1B4F91"/>
          </a:solidFill>
          <a:ln/>
        </p:spPr>
      </p:sp>
      <p:pic>
        <p:nvPicPr>
          <p:cNvPr id="7" name="Image 0" descr="icon_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0434" y="3066898"/>
            <a:ext cx="541325" cy="541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931920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" y="4251960"/>
            <a:ext cx="226771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Month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438144" y="2606040"/>
            <a:ext cx="2542032" cy="310896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3400" y="2971800"/>
            <a:ext cx="731520" cy="731520"/>
          </a:xfrm>
          <a:prstGeom prst="ellipse">
            <a:avLst/>
          </a:prstGeom>
          <a:solidFill>
            <a:srgbClr val="1B4F91"/>
          </a:solidFill>
          <a:ln/>
        </p:spPr>
      </p:sp>
      <p:pic>
        <p:nvPicPr>
          <p:cNvPr id="12" name="Image 1" descr="icon_c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498" y="3066898"/>
            <a:ext cx="541325" cy="5413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5304" y="3931920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575304" y="4251960"/>
            <a:ext cx="226771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AICTE &amp; ICAC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236208" y="2606040"/>
            <a:ext cx="2542032" cy="310896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41464" y="2971800"/>
            <a:ext cx="731520" cy="731520"/>
          </a:xfrm>
          <a:prstGeom prst="ellipse">
            <a:avLst/>
          </a:prstGeom>
          <a:solidFill>
            <a:srgbClr val="1B4F91"/>
          </a:solidFill>
          <a:ln/>
        </p:spPr>
      </p:sp>
      <p:pic>
        <p:nvPicPr>
          <p:cNvPr id="17" name="Image 2" descr="icon_lapt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6562" y="3066898"/>
            <a:ext cx="541325" cy="5413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73368" y="3931920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373368" y="4251960"/>
            <a:ext cx="226771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Developer Intern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9034272" y="2606040"/>
            <a:ext cx="2542032" cy="310896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939528" y="2971800"/>
            <a:ext cx="731520" cy="731520"/>
          </a:xfrm>
          <a:prstGeom prst="ellipse">
            <a:avLst/>
          </a:prstGeom>
          <a:solidFill>
            <a:srgbClr val="1B4F91"/>
          </a:solidFill>
          <a:ln/>
        </p:spPr>
      </p:sp>
      <p:pic>
        <p:nvPicPr>
          <p:cNvPr id="22" name="Image 3" descr="icon_userti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4626" y="3066898"/>
            <a:ext cx="541325" cy="5413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71432" y="3931920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9171432" y="4251960"/>
            <a:ext cx="226771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Codec Technologies Pvt. Ltd.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DEVELOPER INTERNSHIP  •  CODEC TECHNOLOGIES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OF THE PROGRAM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92808"/>
            <a:ext cx="621792" cy="621792"/>
          </a:xfrm>
          <a:prstGeom prst="ellipse">
            <a:avLst/>
          </a:prstGeom>
          <a:solidFill>
            <a:srgbClr val="1B4F91"/>
          </a:solidFill>
          <a:ln/>
        </p:spPr>
      </p:sp>
      <p:pic>
        <p:nvPicPr>
          <p:cNvPr id="6" name="Image 0" descr="icon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945" y="1973641"/>
            <a:ext cx="460126" cy="4601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1965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Python Exposure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258568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Python programming through hands-on, real-world practice rather than theory alone.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3952" y="1892808"/>
            <a:ext cx="621792" cy="621792"/>
          </a:xfrm>
          <a:prstGeom prst="ellipse">
            <a:avLst/>
          </a:prstGeom>
          <a:solidFill>
            <a:srgbClr val="1B4F91"/>
          </a:solidFill>
          <a:ln/>
        </p:spPr>
      </p:sp>
      <p:pic>
        <p:nvPicPr>
          <p:cNvPr id="11" name="Image 1" descr="icon_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4785" y="1973641"/>
            <a:ext cx="460126" cy="4601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81965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&amp; Problem-Solving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269480" y="2258568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stronger programming logic and structured problem-solving skills.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74904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4041648"/>
            <a:ext cx="621792" cy="621792"/>
          </a:xfrm>
          <a:prstGeom prst="ellipse">
            <a:avLst/>
          </a:prstGeom>
          <a:solidFill>
            <a:srgbClr val="1B4F91"/>
          </a:solidFill>
          <a:ln/>
        </p:spPr>
      </p:sp>
      <p:pic>
        <p:nvPicPr>
          <p:cNvPr id="16" name="Image 2" descr="icon_diagr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945" y="4122481"/>
            <a:ext cx="460126" cy="4601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96849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 Awareness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91640" y="4407408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software development projects are planned, organized and executed.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74904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73952" y="4041648"/>
            <a:ext cx="621792" cy="621792"/>
          </a:xfrm>
          <a:prstGeom prst="ellipse">
            <a:avLst/>
          </a:prstGeom>
          <a:solidFill>
            <a:srgbClr val="1B4F91"/>
          </a:solidFill>
          <a:ln/>
        </p:spPr>
      </p:sp>
      <p:pic>
        <p:nvPicPr>
          <p:cNvPr id="21" name="Image 3" descr="icon_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785" y="4122481"/>
            <a:ext cx="460126" cy="46012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396849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Applying Classroom Knowledge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269480" y="4407408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theoretical academic concepts into practical, task-based application.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DEVELOPER INTERNSHIP  •  CODEC TECHNOLOGIES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840480"/>
            <a:ext cx="5486400" cy="5486400"/>
          </a:xfrm>
          <a:prstGeom prst="ellipse">
            <a:avLst/>
          </a:prstGeom>
          <a:solidFill>
            <a:srgbClr val="142B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TOOLKIT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Skills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technical areas applied and strengthened during the internship.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7512" y="2743200"/>
            <a:ext cx="1965960" cy="2514600"/>
          </a:xfrm>
          <a:prstGeom prst="roundRect">
            <a:avLst>
              <a:gd name="adj" fmla="val 4651"/>
            </a:avLst>
          </a:prstGeom>
          <a:solidFill>
            <a:srgbClr val="142B45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66444" y="3108960"/>
            <a:ext cx="768096" cy="768096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8" name="Image 0" descr="icon_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6296" y="3208812"/>
            <a:ext cx="568391" cy="5683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" y="416052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889504" y="2743200"/>
            <a:ext cx="1965960" cy="2514600"/>
          </a:xfrm>
          <a:prstGeom prst="roundRect">
            <a:avLst>
              <a:gd name="adj" fmla="val 4651"/>
            </a:avLst>
          </a:prstGeom>
          <a:solidFill>
            <a:srgbClr val="142B45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88436" y="3108960"/>
            <a:ext cx="768096" cy="768096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12" name="Image 1" descr="icon_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288" y="3208812"/>
            <a:ext cx="568391" cy="5683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80944" y="416052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111496" y="2743200"/>
            <a:ext cx="1965960" cy="2514600"/>
          </a:xfrm>
          <a:prstGeom prst="roundRect">
            <a:avLst>
              <a:gd name="adj" fmla="val 4651"/>
            </a:avLst>
          </a:prstGeom>
          <a:solidFill>
            <a:srgbClr val="142B45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710428" y="3108960"/>
            <a:ext cx="768096" cy="768096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16" name="Image 2" descr="icon_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80" y="3208812"/>
            <a:ext cx="568391" cy="5683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02936" y="416052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7333488" y="2743200"/>
            <a:ext cx="1965960" cy="2514600"/>
          </a:xfrm>
          <a:prstGeom prst="roundRect">
            <a:avLst>
              <a:gd name="adj" fmla="val 4651"/>
            </a:avLst>
          </a:prstGeom>
          <a:solidFill>
            <a:srgbClr val="142B45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932420" y="3108960"/>
            <a:ext cx="768096" cy="768096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20" name="Image 3" descr="icon_bu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272" y="3208812"/>
            <a:ext cx="568391" cy="5683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24928" y="416052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555480" y="2743200"/>
            <a:ext cx="1965960" cy="2514600"/>
          </a:xfrm>
          <a:prstGeom prst="roundRect">
            <a:avLst>
              <a:gd name="adj" fmla="val 4651"/>
            </a:avLst>
          </a:prstGeom>
          <a:solidFill>
            <a:srgbClr val="142B45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0154412" y="3108960"/>
            <a:ext cx="768096" cy="768096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24" name="Image 4" descr="icon_diagra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4264" y="3208812"/>
            <a:ext cx="568391" cy="56839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646920" y="416052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Dev.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DEVELOPER INTERNSHIP  •  CODEC TECHNOLOGIES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ON-THE-JOB LEARNING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&amp; Learning Experience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931920" cy="4434840"/>
          </a:xfrm>
          <a:prstGeom prst="roundRect">
            <a:avLst>
              <a:gd name="adj" fmla="val 2326"/>
            </a:avLst>
          </a:prstGeom>
          <a:solidFill>
            <a:srgbClr val="1B4F91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920240"/>
            <a:ext cx="914400" cy="914400"/>
          </a:xfrm>
          <a:prstGeom prst="ellipse">
            <a:avLst/>
          </a:prstGeom>
          <a:solidFill>
            <a:srgbClr val="142B45"/>
          </a:solidFill>
          <a:ln/>
        </p:spPr>
      </p:sp>
      <p:pic>
        <p:nvPicPr>
          <p:cNvPr id="6" name="Image 0" descr="icon_lap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039112"/>
            <a:ext cx="676656" cy="676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9718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with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Development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397764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3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Throughout the internship, practical exposure was gained by working directly with Python in a professional, task-driven environment.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00600" y="1764792"/>
            <a:ext cx="566928" cy="566928"/>
          </a:xfrm>
          <a:prstGeom prst="ellipse">
            <a:avLst/>
          </a:prstGeom>
          <a:solidFill>
            <a:srgbClr val="1B4F91"/>
          </a:solidFill>
          <a:ln/>
        </p:spPr>
      </p:sp>
      <p:pic>
        <p:nvPicPr>
          <p:cNvPr id="10" name="Image 1" descr="icon_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301" y="1838493"/>
            <a:ext cx="419527" cy="41952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1645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&amp; Understanding Python Programs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577840" y="202996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fluency by writing, reading and interpreting Python code.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800600" y="2738628"/>
            <a:ext cx="6720840" cy="0"/>
          </a:xfrm>
          <a:prstGeom prst="line">
            <a:avLst/>
          </a:prstGeom>
          <a:noFill/>
          <a:ln w="12700">
            <a:solidFill>
              <a:srgbClr val="E1E6E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800600" y="2916936"/>
            <a:ext cx="566928" cy="566928"/>
          </a:xfrm>
          <a:prstGeom prst="ellipse">
            <a:avLst/>
          </a:prstGeom>
          <a:solidFill>
            <a:srgbClr val="1B4F91"/>
          </a:solidFill>
          <a:ln/>
        </p:spPr>
      </p:sp>
      <p:pic>
        <p:nvPicPr>
          <p:cNvPr id="15" name="Image 2" descr="icon_tas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4301" y="2990637"/>
            <a:ext cx="419527" cy="41952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577840" y="2798064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Programming-Related Tasks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577840" y="3182112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through assigned tasks that applied core programming concepts.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800600" y="3890772"/>
            <a:ext cx="6720840" cy="0"/>
          </a:xfrm>
          <a:prstGeom prst="line">
            <a:avLst/>
          </a:prstGeom>
          <a:noFill/>
          <a:ln w="12700">
            <a:solidFill>
              <a:srgbClr val="E1E6E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00600" y="4069080"/>
            <a:ext cx="566928" cy="566928"/>
          </a:xfrm>
          <a:prstGeom prst="ellipse">
            <a:avLst/>
          </a:prstGeom>
          <a:solidFill>
            <a:srgbClr val="1B4F91"/>
          </a:solidFill>
          <a:ln/>
        </p:spPr>
      </p:sp>
      <p:pic>
        <p:nvPicPr>
          <p:cNvPr id="20" name="Image 3" descr="icon_bu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4301" y="4142781"/>
            <a:ext cx="419527" cy="41952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77840" y="395020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&amp; Improving Code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577840" y="4334256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issues in code and refining logic for better outcomes.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800600" y="5042916"/>
            <a:ext cx="6720840" cy="0"/>
          </a:xfrm>
          <a:prstGeom prst="line">
            <a:avLst/>
          </a:prstGeom>
          <a:noFill/>
          <a:ln w="12700">
            <a:solidFill>
              <a:srgbClr val="E1E6ED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800600" y="5221224"/>
            <a:ext cx="566928" cy="566928"/>
          </a:xfrm>
          <a:prstGeom prst="ellipse">
            <a:avLst/>
          </a:prstGeom>
          <a:solidFill>
            <a:srgbClr val="1B4F91"/>
          </a:solidFill>
          <a:ln/>
        </p:spPr>
      </p:sp>
      <p:pic>
        <p:nvPicPr>
          <p:cNvPr id="25" name="Image 4" descr="icon_userti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4301" y="5294925"/>
            <a:ext cx="419527" cy="41952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577840" y="510235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&amp; Technical Growth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577840" y="548640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workplace discipline alongside technical ability.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DEVELOPER INTERNSHIP  •  CODEC TECHNOLOGIES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OF THE INTERNSHIP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 Outcomes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37944"/>
            <a:ext cx="621792" cy="621792"/>
          </a:xfrm>
          <a:prstGeom prst="ellipse">
            <a:avLst/>
          </a:prstGeom>
          <a:solidFill>
            <a:srgbClr val="1B4F91"/>
          </a:solidFill>
          <a:ln/>
        </p:spPr>
      </p:sp>
      <p:pic>
        <p:nvPicPr>
          <p:cNvPr id="6" name="Image 0" descr="icon_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081" y="1918777"/>
            <a:ext cx="460126" cy="4601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691640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Python Programming Knowledge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17920" y="1691640"/>
            <a:ext cx="52578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19088" y="1837944"/>
            <a:ext cx="621792" cy="621792"/>
          </a:xfrm>
          <a:prstGeom prst="ellipse">
            <a:avLst/>
          </a:prstGeom>
          <a:solidFill>
            <a:srgbClr val="1B4F91"/>
          </a:solidFill>
          <a:ln/>
        </p:spPr>
      </p:sp>
      <p:pic>
        <p:nvPicPr>
          <p:cNvPr id="10" name="Image 1" descr="icon_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921" y="1918777"/>
            <a:ext cx="460126" cy="46012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23760" y="1691640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Logical &amp; Problem-Solving Ability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2807208"/>
            <a:ext cx="52578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41248" y="2953512"/>
            <a:ext cx="621792" cy="621792"/>
          </a:xfrm>
          <a:prstGeom prst="ellipse">
            <a:avLst/>
          </a:prstGeom>
          <a:solidFill>
            <a:srgbClr val="1B4F91"/>
          </a:solidFill>
          <a:ln/>
        </p:spPr>
      </p:sp>
      <p:pic>
        <p:nvPicPr>
          <p:cNvPr id="14" name="Image 2" descr="icon_diagr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81" y="3034345"/>
            <a:ext cx="460126" cy="46012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45920" y="2807208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Understanding of Software Development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17920" y="2807208"/>
            <a:ext cx="52578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19088" y="2953512"/>
            <a:ext cx="621792" cy="621792"/>
          </a:xfrm>
          <a:prstGeom prst="ellipse">
            <a:avLst/>
          </a:prstGeom>
          <a:solidFill>
            <a:srgbClr val="1B4F91"/>
          </a:solidFill>
          <a:ln/>
        </p:spPr>
      </p:sp>
      <p:pic>
        <p:nvPicPr>
          <p:cNvPr id="18" name="Image 3" descr="icon_bu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921" y="3034345"/>
            <a:ext cx="460126" cy="46012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23760" y="2807208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Debugging Skills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640080" y="3922776"/>
            <a:ext cx="52578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41248" y="4069080"/>
            <a:ext cx="621792" cy="621792"/>
          </a:xfrm>
          <a:prstGeom prst="ellipse">
            <a:avLst/>
          </a:prstGeom>
          <a:solidFill>
            <a:srgbClr val="1B4F91"/>
          </a:solidFill>
          <a:ln/>
        </p:spPr>
      </p:sp>
      <p:pic>
        <p:nvPicPr>
          <p:cNvPr id="22" name="Image 4" descr="icon_userti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81" y="4149913"/>
            <a:ext cx="460126" cy="46012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45920" y="3922776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Understanding of Professional Work Practices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DEVELOPER INTERNSHIP  •  CODEC TECHNOLOGIES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377440"/>
            <a:ext cx="6217920" cy="6217920"/>
          </a:xfrm>
          <a:prstGeom prst="ellipse">
            <a:avLst/>
          </a:prstGeom>
          <a:solidFill>
            <a:srgbClr val="142B45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206240"/>
            <a:ext cx="5029200" cy="5029200"/>
          </a:xfrm>
          <a:prstGeom prst="ellipse">
            <a:avLst/>
          </a:prstGeom>
          <a:solidFill>
            <a:srgbClr val="142B45"/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960120"/>
            <a:ext cx="1005840" cy="1005840"/>
          </a:xfrm>
          <a:prstGeom prst="ellipse">
            <a:avLst/>
          </a:prstGeom>
          <a:solidFill>
            <a:srgbClr val="1B4F91"/>
          </a:solidFill>
          <a:ln/>
        </p:spPr>
      </p:sp>
      <p:pic>
        <p:nvPicPr>
          <p:cNvPr id="5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2315" y="1090879"/>
            <a:ext cx="744322" cy="7443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1488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60604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Successfully completed the 1 Month AICTE &amp; ICAC Approved Internship</a:t>
            </a:r>
            <a:endParaRPr lang="en-US" sz="2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as a Python Developer Intern.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3717036" y="4251960"/>
            <a:ext cx="4754880" cy="594360"/>
          </a:xfrm>
          <a:prstGeom prst="roundRect">
            <a:avLst>
              <a:gd name="adj" fmla="val 18462"/>
            </a:avLst>
          </a:prstGeom>
          <a:solidFill>
            <a:srgbClr val="142B45"/>
          </a:solidFill>
          <a:ln w="12700">
            <a:solidFill>
              <a:srgbClr val="2A436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17036" y="425196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PERIOD:  30/07/2026  –  02/09/2026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61264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  •  AICTE ID: CORPORATE6759d549ce59e1733940553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COMPLETION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&amp; Thank You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27048"/>
            <a:ext cx="7004304" cy="4476257"/>
          </a:xfrm>
          <a:prstGeom prst="roundRect">
            <a:avLst>
              <a:gd name="adj" fmla="val 1226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pic>
        <p:nvPicPr>
          <p:cNvPr id="5" name="Image 0" descr="certificate_cropp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6858000" cy="432995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09560" y="1600200"/>
            <a:ext cx="365760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183880" y="1874520"/>
            <a:ext cx="548640" cy="548640"/>
          </a:xfrm>
          <a:prstGeom prst="ellipse">
            <a:avLst/>
          </a:prstGeom>
          <a:solidFill>
            <a:srgbClr val="1B4F91"/>
          </a:solidFill>
          <a:ln/>
        </p:spPr>
      </p:sp>
      <p:pic>
        <p:nvPicPr>
          <p:cNvPr id="8" name="Image 1" descr="icon_usert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203" y="1945843"/>
            <a:ext cx="405994" cy="4059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83880" y="25146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Codec Technologies Pvt. Ltd.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183880" y="28163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Organization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183880" y="3291840"/>
            <a:ext cx="3108960" cy="0"/>
          </a:xfrm>
          <a:prstGeom prst="line">
            <a:avLst/>
          </a:prstGeom>
          <a:noFill/>
          <a:ln w="12700">
            <a:solidFill>
              <a:srgbClr val="E1E6E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183880" y="3474720"/>
            <a:ext cx="548640" cy="548640"/>
          </a:xfrm>
          <a:prstGeom prst="ellipse">
            <a:avLst/>
          </a:prstGeom>
          <a:solidFill>
            <a:srgbClr val="1B4F91"/>
          </a:solidFill>
          <a:ln/>
        </p:spPr>
      </p:sp>
      <p:pic>
        <p:nvPicPr>
          <p:cNvPr id="13" name="Image 2" descr="icon_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203" y="3546043"/>
            <a:ext cx="405994" cy="40599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83880" y="4114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Anurag Shrivastava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183880" y="44165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Manager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7909560" y="4800600"/>
            <a:ext cx="3657600" cy="1280160"/>
          </a:xfrm>
          <a:prstGeom prst="roundRect">
            <a:avLst>
              <a:gd name="adj" fmla="val 6429"/>
            </a:avLst>
          </a:prstGeom>
          <a:solidFill>
            <a:srgbClr val="0D1B2A"/>
          </a:solidFill>
          <a:ln/>
        </p:spPr>
      </p:sp>
      <p:sp>
        <p:nvSpPr>
          <p:cNvPr id="17" name="Text 12"/>
          <p:cNvSpPr/>
          <p:nvPr/>
        </p:nvSpPr>
        <p:spPr>
          <a:xfrm>
            <a:off x="7909560" y="49377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7909560" y="55046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ARIF HUSSAIN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2026-09-10T10:26:04Z</dcterms:created>
  <dcterms:modified xsi:type="dcterms:W3CDTF">2026-09-10T10:26:04Z</dcterms:modified>
</cp:coreProperties>
</file>